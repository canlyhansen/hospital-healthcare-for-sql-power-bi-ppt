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58" r:id="rId5"/>
    <p:sldId id="260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60287-0F94-47F5-AB0C-D26AE30E39A2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81448-3620-4D92-BC5D-596D4230CD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619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F77FB-E3F9-43E4-9EAB-7745831EAC8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73B2-D0CA-4F7C-A299-1A8D257016BB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8939-D77C-4D8D-947F-141C17110637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D9635-830D-433C-A869-CB5EAD1C378E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FC72-EF73-4CD4-A0EB-548582D9A9CD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F62C-3670-4CC3-BA15-C6471116D2F0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C9BB-3A4A-4457-9A06-768948E08B10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A6AA2-A9F7-47EE-B8F7-7D677A38663F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8CD47E7-5D00-4ABE-9B60-8B575A7E33E6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53E69-17E2-4509-B8BF-29833883DEAF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336B-8393-47C0-AAC5-0860DA21794A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4F509-6B8B-4843-8539-4AE1D7341F32}" type="datetime1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A114-C5AC-4A89-8CFA-9DB7759A5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Hospital healthcare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54E50-AE67-4F40-98BB-735136CEA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Canly Hansen Sudirman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3824A-7DC7-48CC-817B-6F0A409898DC}"/>
              </a:ext>
            </a:extLst>
          </p:cNvPr>
          <p:cNvSpPr txBox="1"/>
          <p:nvPr/>
        </p:nvSpPr>
        <p:spPr>
          <a:xfrm>
            <a:off x="2417779" y="4696300"/>
            <a:ext cx="9483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brief explanation of what I think could be starters in presenting dashboard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6025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E0D5-C1B4-4BC0-8938-E5EA682F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2B27-AF5F-40C4-8986-50B5F7F5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2918198" cy="3450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Dashboard shall show everything that needed to be said and provide simple set up, as to prevent audience to misunderstand what is being shown.</a:t>
            </a:r>
          </a:p>
          <a:p>
            <a:r>
              <a:rPr lang="en-US" dirty="0"/>
              <a:t>A theme is best if it fits to the organization.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DD434-B2CE-4F2A-9792-6C1BB03E9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230" y="2015732"/>
            <a:ext cx="6516624" cy="35857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20D62-3E79-42D0-AF2D-90698EBC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49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03D1-4E8A-4A2C-BDF3-9CC4A9DA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parameter (KPI)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336E-CC38-43C8-82F4-3F32AA3D4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parameters, or known as KPI if we are talking in business setting</a:t>
            </a:r>
          </a:p>
          <a:p>
            <a:r>
              <a:rPr lang="en-US" dirty="0"/>
              <a:t>They present as a general overview of our dataset. Here, I only use three because these three are what I want to convey to the audience.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9B042-FE17-468E-9A85-0010E9D0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3526010"/>
            <a:ext cx="10021699" cy="10193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43F98-EBC4-4892-AE18-B5CFF903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96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5995-77F2-4EE0-B2DB-4251E796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SLICERs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2E859-540B-4502-8234-0ADA8B8DA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suitable options for slicers. Since I want my audience to understand the breakdown for every year and medical condition, I use them.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D2580-05CF-4245-B898-A1999ED8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B9A1E9-8839-4C8C-A75C-C4807DAA4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78" y="3200368"/>
            <a:ext cx="8735644" cy="457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01D56-6299-4312-B9A3-99EE56285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178" y="3741038"/>
            <a:ext cx="3467584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2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0C3E4-EBD7-489E-B555-CC8D68FD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E577-F168-4E50-9D55-59AE82BD4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Trendline is common in dashboard and in this particular example, I want to highlight Urgent case in the organization.  As shown, I only show data labels on the line, because I want the audience to focus on the line. The other two lines are also greyed out to keep them from being distractions to what I want to show. Moreover, I added two arrows to show the significance the spikes found in two separate months.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EBE90-2136-4696-ABFF-22988A73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858D1C-7D19-4C18-92E2-63F1BB691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8" y="4048115"/>
            <a:ext cx="9603275" cy="177363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636300-74CD-4CA4-8E3D-181FA2F82C05}"/>
              </a:ext>
            </a:extLst>
          </p:cNvPr>
          <p:cNvCxnSpPr/>
          <p:nvPr/>
        </p:nvCxnSpPr>
        <p:spPr>
          <a:xfrm flipH="1">
            <a:off x="6096000" y="4317023"/>
            <a:ext cx="427892" cy="131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51F73E-7405-4FFB-900C-E9669AD23D14}"/>
              </a:ext>
            </a:extLst>
          </p:cNvPr>
          <p:cNvCxnSpPr>
            <a:cxnSpLocks/>
          </p:cNvCxnSpPr>
          <p:nvPr/>
        </p:nvCxnSpPr>
        <p:spPr>
          <a:xfrm>
            <a:off x="7063154" y="4337341"/>
            <a:ext cx="401515" cy="2170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9284D9-9A0E-4E02-BDC9-D41E7BD5BC6A}"/>
              </a:ext>
            </a:extLst>
          </p:cNvPr>
          <p:cNvSpPr txBox="1"/>
          <p:nvPr/>
        </p:nvSpPr>
        <p:spPr>
          <a:xfrm>
            <a:off x="6475367" y="4132357"/>
            <a:ext cx="653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spike</a:t>
            </a:r>
            <a:endParaRPr lang="en-ID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8D1456-FB09-4FB1-85EF-A69F9C6D72FC}"/>
              </a:ext>
            </a:extLst>
          </p:cNvPr>
          <p:cNvSpPr/>
          <p:nvPr/>
        </p:nvSpPr>
        <p:spPr>
          <a:xfrm>
            <a:off x="5618285" y="4132357"/>
            <a:ext cx="2277207" cy="7209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768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C0CF-470C-4DED-83EE-EF0F68F0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Digging deep into charts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2E4F1-5431-471C-8E10-6A377236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considerations in formatting charts. Which do you think is a better chart to convey focused meaning?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E5D57-A0EC-4903-AEBE-B3EFFCAF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4A9EA0-0BCE-4048-A194-C0A7C60D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986" y="2864006"/>
            <a:ext cx="4008668" cy="28529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365CAA-E6E0-400F-A493-49A4591B7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802" y="2880475"/>
            <a:ext cx="4008668" cy="282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3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C0CF-470C-4DED-83EE-EF0F68F0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Digging deep into charts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2E4F1-5431-471C-8E10-6A3772360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529512" cy="345061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second chart shows difference in every age group, but audience can only take so much information with those colors and numbers. </a:t>
            </a:r>
          </a:p>
          <a:p>
            <a:pPr algn="just"/>
            <a:r>
              <a:rPr lang="en-US" dirty="0"/>
              <a:t>I like to present with more focused one core idea, which is why the first chart is objectively better when I want to show that there are two leading medical conditions in the case.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E5D57-A0EC-4903-AEBE-B3EFFCAF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4A9EA0-0BCE-4048-A194-C0A7C60D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710" y="3130198"/>
            <a:ext cx="4008668" cy="2852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A9EE2C-0DE7-46DF-893C-10767FCEF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710" y="162149"/>
            <a:ext cx="4008668" cy="282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0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E8D7-34F6-482D-AC15-2E76AD43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1671-A99B-4F83-B194-74918C28B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2768729" cy="3450613"/>
          </a:xfrm>
        </p:spPr>
        <p:txBody>
          <a:bodyPr/>
          <a:lstStyle/>
          <a:p>
            <a:r>
              <a:rPr lang="en-US" dirty="0"/>
              <a:t>The use of slicer is significant. For example, I want to show admitted Diabetes patients in 2023, I will have the whole charts in the dashboard show me that specific case.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22162-0112-4A2C-A7BA-BBAE08B6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D4F56-4D61-4309-A264-0C169F90E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63" y="2015732"/>
            <a:ext cx="6866791" cy="38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572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{065194A1-FF61-45AE-902A-F5F074B77C63}TFc986dd65-aaf0-4d5c-bef9-9c391ee05f7b792878d6-f8cb856a3a7f</Template>
  <TotalTime>105</TotalTime>
  <Words>349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Gallery</vt:lpstr>
      <vt:lpstr>Hospital healthcare</vt:lpstr>
      <vt:lpstr>Dashboard overview</vt:lpstr>
      <vt:lpstr>Main parameter (KPI)</vt:lpstr>
      <vt:lpstr>SLICERs</vt:lpstr>
      <vt:lpstr>Trendline</vt:lpstr>
      <vt:lpstr>Digging deep into charts</vt:lpstr>
      <vt:lpstr>Digging deep into charts</vt:lpstr>
      <vt:lpstr>Utilization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healthcare</dc:title>
  <dc:creator>Canly Hansen Sudirman</dc:creator>
  <cp:lastModifiedBy>Canly Hansen Sudirman</cp:lastModifiedBy>
  <cp:revision>6</cp:revision>
  <dcterms:created xsi:type="dcterms:W3CDTF">2026-10-27T03:49:52Z</dcterms:created>
  <dcterms:modified xsi:type="dcterms:W3CDTF">2026-10-27T05:35:18Z</dcterms:modified>
</cp:coreProperties>
</file>